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ACKO Visual Direction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Onboarding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you need to design, build, and create on-brand.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·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Visual Direction?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shared system that makes ACKO look and feel like ACKO — whether it's a landing page, a claims flow, an email, or a banner ad.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covers: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Principles — why we design the way we do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 — colour, typography, spacing, motion, imagery, voice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 creation — AI-first framework for consistent output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— the code layer that makes it all work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deck is your walkthrough. Bookmark the design system site for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personality: Grounded Warmth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mode + Warmth mode = one consistent brand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3657600"/>
          </a:xfrm>
          <a:prstGeom prst="rect">
            <a:avLst>
              <a:gd name="adj" fmla="val 3750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Browsing · Comparing · Purchasing · Renewal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Cool, factual, confident. Editorial imagery. Short copy.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657600" cy="3657600"/>
          </a:xfrm>
          <a:prstGeom prst="rect">
            <a:avLst>
              <a:gd name="adj" fmla="val 3750"/>
            </a:avLst>
          </a:prstGeom>
          <a:solidFill>
            <a:srgbClr val="F3EEFF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Claims · Support · Emergencies · Rejection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Empathetic, reassuring, direct. Documentary imagery. Specific timelines.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design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over clever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Simplest correct words. No jargon.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Effortless by default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Reduce choices. Pre-fill what we know.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 when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Silence during a claim is louder than any notification.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Respectful of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make users repeat or wait without reason.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Colour · Typography · Spacing · Radii · Shadows · Motion · Imagery · Iconography · Voice · Accessibility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Three-layer token architecture: Primitive → Semantic → Component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645920" cy="822960"/>
          </a:xfrm>
          <a:prstGeom prst="rect">
            <a:avLst>
              <a:gd name="adj" fmla="val 8889"/>
            </a:avLst>
          </a:prstGeom>
          <a:solidFill>
            <a:srgbClr val="6841E6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600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#6841E6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1645920" cy="822960"/>
          </a:xfrm>
          <a:prstGeom prst="rect">
            <a:avLst>
              <a:gd name="adj" fmla="val 8889"/>
            </a:avLst>
          </a:prstGeom>
          <a:solidFill>
            <a:srgbClr val="0A0A0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Grey 800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#0A0A0A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1645920" cy="822960"/>
          </a:xfrm>
          <a:prstGeom prst="rect">
            <a:avLst>
              <a:gd name="adj" fmla="val 8889"/>
            </a:avLst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Grey 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#F5F5F5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2011680"/>
            <a:ext cx="16459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#FFFFFF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645920" cy="822960"/>
          </a:xfrm>
          <a:prstGeom prst="rect">
            <a:avLst>
              <a:gd name="adj" fmla="val 8889"/>
            </a:avLst>
          </a:prstGeom>
          <a:solidFill>
            <a:srgbClr val="F4A024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#F4A024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3474720"/>
            <a:ext cx="1645920" cy="822960"/>
          </a:xfrm>
          <a:prstGeom prst="rect">
            <a:avLst>
              <a:gd name="adj" fmla="val 8889"/>
            </a:avLst>
          </a:prstGeom>
          <a:solidFill>
            <a:srgbClr val="EC5FAB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#EC5FAB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474720"/>
            <a:ext cx="1645920" cy="822960"/>
          </a:xfrm>
          <a:prstGeom prst="rect">
            <a:avLst>
              <a:gd name="adj" fmla="val 8889"/>
            </a:avLst>
          </a:prstGeom>
          <a:solidFill>
            <a:srgbClr val="1EB7E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#1EB7E7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3474720"/>
            <a:ext cx="1645920" cy="822960"/>
          </a:xfrm>
          <a:prstGeom prst="rect">
            <a:avLst>
              <a:gd name="adj" fmla="val 8889"/>
            </a:avLst>
          </a:prstGeom>
          <a:solidFill>
            <a:srgbClr val="55B94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#55B94D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only consume semantic tokens — never raw hex values.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colour rules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Allowed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Forbidden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backgrounds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(tinted)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CTAs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badges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tags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feedback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(error/success)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Illustration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accents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Navigation,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chrome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Charts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(primary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series)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Marketing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Focus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rings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owns CTAs — always. Category colour identifies the vertical, nothing more.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Euclid Circular B · 15 sizes × 4 variants = 60 styles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Semantic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Weight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XL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48px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36px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XL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Regular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Label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Caption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Regular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Overline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3 sanctioned overrides allowed outside this matrix.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1px base system · Use gap utilities directly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Token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gap-4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Tight: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icon-text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pairs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gap-8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Default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gap-12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gap-16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padding,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gap-24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24px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gap-32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32px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Major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breaks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gap-48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48px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heights: h-40 (small), h-48 (default), h-56 (large).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Border radii &amp; shadows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Radii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Token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rounded-sm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rounded-md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rounded-lg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rounded-xl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20px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rounded-full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9999px (pills)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Shadows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Alias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shadow-card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Content cards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shadow-dropdown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Menus, selects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shadow-modal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Dialogs, sheets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shadow-subtle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Hover elevation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easing curves · GPU-only animations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Curve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ease-out-quad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cubic-bezier(.25,.46,.45,.94)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Micro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interactions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ease-out-cubic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cubic-bezier(.215,.61,.355,1)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Entrances,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menus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ease-in-out-cubic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cubic-bezier(.645,.045,.355,1)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Toggles,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modals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ease-in-quad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cubic-bezier(.55,.085,.68,.53)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Exits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spring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cubic-bezier(.34,1.56,.64,1)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Popovers,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toast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Animate only transform + opacity. Respect prefers-reduced-motion. Exit 20-30% faster than enter.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Imagery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architecture: [subject] · [setting] · [light] · [camera] · [composition] · [treatment]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8288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Kelvin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Composition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support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5200–5800K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Off-center,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shallow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DOF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Editorial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bright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Marketing,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campaigns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5500–6500K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Centered,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negative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contextual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surfaces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5000–5500K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Tight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framing,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clean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3891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Negative anchors (always exclude): no stock aesthetic, no corporate smiles, no studio lighting, no white background, no oversaturation, no wide-angle distortion, no symmetrical composition, no generic features, no impossible settings, no flat neutral grade.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Iconography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Style: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Stroke-rounded (Hugeicons benchmark)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Stroke: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1.5px at 24px grid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Monochrome (currentColor)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Featured: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Duotone (purple + current) for selected states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Sizes: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16px (inline), 20px (buttons), 24px (default), 32px (feature)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Touch target: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Minimum 44px for icon-only buttons (WCAG 2.5.8)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aria-hidden="true" when paired with text. aria-label when icon-only.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&amp; Tone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 calibration · Vocabulary · Error framework · CTA hierarchy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 calibration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lifecycle moments mapped to precision or warmth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972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Moment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Tone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Browsing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factual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"Covers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engine,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gearbox,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parts."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Comparing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Scannable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"Zero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depreciation"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tooltip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explains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Purchasing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Confident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"Pay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₹4,299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annually"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Post-purchase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Precision→Warmth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Helpful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insurance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active."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Empathetic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"We're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sorry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happened."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progress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Reassuring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"You'll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Thursday."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rejected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Respectful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"This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covered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because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[reason]."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Renewal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urgency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"Renew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keep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NCB."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Emergency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(max)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direct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"Call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112.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We'll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handle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paperwork."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message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[What happened] + [Why if non-obvious] + [What to do next]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Template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Validation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{field}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needs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{rule}.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"Phone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needs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digits."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Network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Couldn't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reach...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saved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progress.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"We've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saved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progress."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Payment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{payment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method}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didn't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through.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didn't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through."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Something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wrong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end.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"We've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saved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progress."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657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"Phone number needs 10 digits."  |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Don't: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"Invalid input"  |  "Error 500"  |  "Oops!"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CTA phrasing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 labels name the outcome, not the action type. Never use "Submit".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Priority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Pattern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Primary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outcome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quote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Secondary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context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Compare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View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details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Tertiary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Verb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Learn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Destructive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object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Cancel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policy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vehicle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Destructive CTAs name what is affected — never just "Delete". Always sentence case.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 Creation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generation · Scene library · Video direction · Templates · AI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library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pre-written scenes across 5 categories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(4)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purchase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Accident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Roadside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assist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Renewal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(3)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Hospital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Cashless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Wellness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checkup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Editorial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Life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(2)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Family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Milestone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celebration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Editorial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Travel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(2)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Airport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departure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Emergency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abroad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General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(5)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Support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usage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Onboarding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Mixed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scene includes a ready-to-use prompt with recommended imagery mode.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specs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Emailer · Banner · Print · Social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Template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Email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max-width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CTA,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only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Banner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728×90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300×250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320×50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Logo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visible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CTA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Certificate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IRDAI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Euclid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font,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digital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Social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1080²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1080×1920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1200×627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Mobile-first,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&lt;20%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library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imagery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direction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Property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BPM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72–96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100–120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duration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3–5s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1.5–3s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seconds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N/A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Music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Acoustic,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piano,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strings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percussion,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Transitions: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Cross-dissolve for mode shifts. Straight cut within same mode. Fade-to-black between chapters.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wipes, no 3D transitions. Motion graphics follow the design system's easing curves. Min 2s hold on text screens.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model adapters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Negative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format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Aspect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ratio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Midjourney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--no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[anchors]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--ar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4:5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--ar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21:9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DALL-E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Avoid: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[anchors].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1024×1024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1792×1024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Flux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Negative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prompt: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[anchors]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1024×1280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(4:5)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Diffusion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Negative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prompt: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[anchors]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quality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832×1216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base integration: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Place .mdc Skills files in your project's .claude/ directory. Claude reads them as system context and applies brand rules for copy, imagery, and layout generation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WCAG AA minimum · Every foundation carries accessibility requirements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 rules by foundation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Foundation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4.5:1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3:1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text/UI.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colour-only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state.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Typography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label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min,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absolute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floor.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Respect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prefers-reduced-motion.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transform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opacity.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between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interactive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targets.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Focus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always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visible.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Skip-to-content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link.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trap.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Semantics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h1-h6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order.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Landmarks.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aria-hidden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decorative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icons.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Forms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Labels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linked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htmlFor.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Errors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aria-describedby.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find things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site structure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What's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there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Quick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intro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Visual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direction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Precision/warmth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narrative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Principles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pages)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Clear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clever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Effortless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Respectful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Foundations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(12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pages)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Typography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Spacing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Radii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Shadows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Imagery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Iconography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Voice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Accessibility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Asset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creation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narrative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positioning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Kit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Overview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available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components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Patterns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Recurring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layouts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interactions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files &amp; AI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of truth for code and AI-generated content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contains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lib/color-tokens.ts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Primitive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palette,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tokens,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lib/typography-tokens.ts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ramp,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variants,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semantic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aliases,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sanctioned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pairings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lib/spacing-tokens.ts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Scale,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component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heights,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inset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formula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lib/motion-tokens.ts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Easing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curves,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keyframes,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durations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lib/voice-tokens.ts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Vocabulary,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patterns,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framework,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CTAs,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rewrites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lib/asset-tokens.ts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Imagery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scenes,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adapters,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video,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templates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Skills/*.mdc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AI-readable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knowledge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files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Claude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prompts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contribute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Check the design system site first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   Before proposing a new pattern, check if it already exists in Foundations or Patterns.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Propose changes through the system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   New tokens, components, or patterns go through design review.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Follow the token architecture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   Primitives → Semantics → Components. Never hardcode values.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Use AI tools with Skills files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   The .mdc files make Claude, Midjourney, and other AI tools brand-aware.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Test accessibility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WCAG AA is the bar. Test both themes. Test with keyboard. Test with screen reader.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You're ready to build on-brand.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Bookmark the design system site. Use the token files.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in doubt, check Foundations.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ACKO Visual Direction · Team Onboarding ·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ACKO Visual Direction — Team Onboarding</dc:title>
  <dc:subject>PptxGenJS Presentation</dc:subject>
  <dc:creator>ACKO Design System</dc:creator>
  <cp:lastModifiedBy>ACKO Design System</cp:lastModifiedBy>
  <cp:revision>1</cp:revision>
  <dcterms:created xsi:type="dcterms:W3CDTF">2026-05-12T06:06:16Z</dcterms:created>
  <dcterms:modified xsi:type="dcterms:W3CDTF">2026-05-12T06:06:16Z</dcterms:modified>
</cp:coreProperties>
</file>