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743200"/>
            <a:ext cx="1097280" cy="54864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ACKO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Direction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brand. Two modes.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 when they're deciding. Warmth when they need 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and product feel like different brands.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Marketing uses warm, emotional visuals — product is clinical and grey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Each vertical (Auto, Health, Life, Travel) has drifted into its own sub-brand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No shared language between design, marketing, and engineering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Asset creation is slow — every piece starts from scratch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brand personality changes depending on which team built the page.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answer: Grounded Warmth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brand personality, two operational modes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Grounded Warmth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the ACKO brand personality — confident, clear, and human.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operates in two modes: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 mode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when users are browsing, comparing, purchasing. Cool, factual, scannable.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Warmth mode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when users need us: claims, emergencies, support. Empathetic, direct, reassuring.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 changes. The brand doesn't.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 vs Warmth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4114800"/>
          </a:xfrm>
          <a:prstGeom prst="rect">
            <a:avLst>
              <a:gd name="adj" fmla="val 375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Browsing, comparing, buying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Cool, factual, confident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Imagery: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bright, clean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"Covers engine, gearbox, and 6 more parts."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657600" cy="4114800"/>
          </a:xfrm>
          <a:prstGeom prst="rect">
            <a:avLst>
              <a:gd name="adj" fmla="val 3750"/>
            </a:avLst>
          </a:prstGeom>
          <a:solidFill>
            <a:srgbClr val="F3EEF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Warmth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23774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Claims, support, emergencies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Tone: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Empathetic, reassuring, direct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Imagery: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Documentary warm, candid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"We're sorry this happened. Let's get started."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over clever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a user has to re-read something, we've failed. Choose the simplest correct words. Remove jargon unless legally required — then explain it inline.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Effortless by default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Reduce choices, pre-fill what we know, surface the right action at the right time. The fastest insurance interaction is the one that doesn't feel like insurance.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 when it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Silence during a claim is louder than any notification. Keep users informed at every step, and anticipate questions before they ask.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Respectful of the user's time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tap, scroll, and second counts. Never make users repeat information, navigate unnecessary steps, or wait without explanation.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Color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 primary + four category accents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828800" cy="1097280"/>
          </a:xfrm>
          <a:prstGeom prst="rect">
            <a:avLst>
              <a:gd name="adj" fmla="val 8333"/>
            </a:avLst>
          </a:prstGeom>
          <a:solidFill>
            <a:srgbClr val="6841E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#6841E6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1097280" cy="1097280"/>
          </a:xfrm>
          <a:prstGeom prst="rect">
            <a:avLst>
              <a:gd name="adj" fmla="val 8333"/>
            </a:avLst>
          </a:prstGeom>
          <a:solidFill>
            <a:srgbClr val="F4A02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#F4A024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1097280" cy="1097280"/>
          </a:xfrm>
          <a:prstGeom prst="rect">
            <a:avLst>
              <a:gd name="adj" fmla="val 8333"/>
            </a:avLst>
          </a:prstGeom>
          <a:solidFill>
            <a:srgbClr val="EC5FA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#EC5FAB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1097280" cy="1097280"/>
          </a:xfrm>
          <a:prstGeom prst="rect">
            <a:avLst>
              <a:gd name="adj" fmla="val 8333"/>
            </a:avLst>
          </a:prstGeom>
          <a:solidFill>
            <a:srgbClr val="1EB7E7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#1EB7E7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2011680"/>
            <a:ext cx="1097280" cy="1097280"/>
          </a:xfrm>
          <a:prstGeom prst="rect">
            <a:avLst>
              <a:gd name="adj" fmla="val 8333"/>
            </a:avLst>
          </a:prstGeom>
          <a:solidFill>
            <a:srgbClr val="55B94D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#55B94D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Purple owns CTAs, focus rings, and brand marks — always.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colours identify verticals but never replace purple.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Distribution: 50% bg · 20% category accent · 10% body · 10% purple CTA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Euclid Circular B · 4 variants · sanctioned pairings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Size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Weight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Display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XL–MD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72/60/48px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Bold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Heading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XL–SM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30/24/20/18px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Body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LG/MD/SM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18/16/14px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Regular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Label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LG/MD/SM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14/12/10px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Caption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Regular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Overline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10px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 available styles (down from 150). Only 3 sanctioned overrides.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Imagery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modes, one prompt architecture: [subject] · [setting] · [light] · [camera] · [composition] · [treatment]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377440" cy="2926080"/>
          </a:xfrm>
          <a:prstGeom prst="rect">
            <a:avLst>
              <a:gd name="adj" fmla="val 576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86000"/>
            <a:ext cx="1828800" cy="73152"/>
          </a:xfrm>
          <a:prstGeom prst="rect">
            <a:avLst/>
          </a:prstGeom>
          <a:solidFill>
            <a:srgbClr val="2A1A0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Documentary warm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Claims, support,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moments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377440" cy="2926080"/>
          </a:xfrm>
          <a:prstGeom prst="rect">
            <a:avLst>
              <a:gd name="adj" fmla="val 576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2286000"/>
            <a:ext cx="1828800" cy="73152"/>
          </a:xfrm>
          <a:prstGeom prst="rect">
            <a:avLst/>
          </a:prstGeom>
          <a:solidFill>
            <a:srgbClr val="1A0F2E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bright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Marketing, campaigns,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pages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377440" cy="2926080"/>
          </a:xfrm>
          <a:prstGeom prst="rect">
            <a:avLst>
              <a:gd name="adj" fmla="val 576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286000"/>
            <a:ext cx="1828800" cy="73152"/>
          </a:xfrm>
          <a:prstGeom prst="rect">
            <a:avLst/>
          </a:prstGeom>
          <a:solidFill>
            <a:srgbClr val="0C2E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contextual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Car/device pages,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UI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Category colour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verticals stay ACKO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Details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Purple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CTAs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appears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interactive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elements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band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colour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headline/accent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mixing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vertical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colours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same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screen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feedback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Error/success/warning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always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dedicated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feedback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colours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Marketing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gradients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Allowed: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purple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UI.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AI-first asset creation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scenes · 4 template types · 4 AI model adapters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 library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16 pre-written prompts across Auto, Health, Life, Travel, and General. Each scene maps to an imagery mode with a ready-to-use prompt.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Templates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Email, banner, print, and social specs with grid, typography, colour rules, and guardrails.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integration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Model-specific adapters for Midjourney, DALL-E, Flux, and Stable Diffusion. Negative anchors prevent brand-violating outputs.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base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.mdc Skills files feed into Claude for brand-aware copy, imagery, and layout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&amp; tone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 calibration across 9 lifecycle moments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Moment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41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Browsing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"Covers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engine,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gearbox,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parts."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Purchasing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"Pay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₹4,299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annually"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Filing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"We're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sorry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happened.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Let's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started."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Claim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rejected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"This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isn't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covered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because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[reason]."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Emergency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Warmth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(max)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"Call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112.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We'll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handle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paperwork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after."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enables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Consistency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Marketing and product speak the same visual language. Users recognise ACKO across every touchpoint.
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Speed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AI-first asset creation means new pages, emails, and campaigns start from a scene library — not a blank canvas.
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Scalability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Token-driven foundations mean design decisions propagate automatically. Change once, update everywhere.
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6841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Humanity</a:t>
            </a:r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precision/warmth framework ensures ACKO is never cold when it matters most.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ACKO Visual Direction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6841E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F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System · Foundations · Asset Creation · Voice &amp; Tone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5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 Let's build this together.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ACKO Visual Direction — Leadership Pitch</dc:title>
  <dc:subject>PptxGenJS Presentation</dc:subject>
  <dc:creator>ACKO Design System</dc:creator>
  <cp:lastModifiedBy>ACKO Design System</cp:lastModifiedBy>
  <cp:revision>1</cp:revision>
  <dcterms:created xsi:type="dcterms:W3CDTF">2026-05-12T06:06:16Z</dcterms:created>
  <dcterms:modified xsi:type="dcterms:W3CDTF">2026-05-12T06:06:16Z</dcterms:modified>
</cp:coreProperties>
</file>